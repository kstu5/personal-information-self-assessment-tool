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8c6591f3fa40af" /><Relationship Type="http://schemas.openxmlformats.org/officeDocument/2006/relationships/extended-properties" Target="/docProps/app.xml" Id="R6ebe09cbc08c418c" /><Relationship Type="http://schemas.openxmlformats.org/officeDocument/2006/relationships/officeDocument" Target="/ppt/presentation.xml" Id="R1c5a15fee1ec42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b85ce04eb147a0"/>
  </p:sldMasterIdLst>
  <p:notesMasterIdLst>
    <p:notesMasterId xmlns:r="http://schemas.openxmlformats.org/officeDocument/2006/relationships" r:id="R9699e8b1e28c4618"/>
  </p:notesMasterIdLst>
  <p:sldIdLst>
    <p:sldId xmlns:r="http://schemas.openxmlformats.org/officeDocument/2006/relationships" id="256" r:id="R44ab0749e19444c3"/>
    <p:sldId xmlns:r="http://schemas.openxmlformats.org/officeDocument/2006/relationships" id="257" r:id="R828c0de374f746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c54526e49240ed" /><Relationship Type="http://schemas.openxmlformats.org/officeDocument/2006/relationships/slideMaster" Target="/ppt/slideMasters/slideMaster1.xml" Id="Rbab85ce04eb147a0" /><Relationship Type="http://schemas.openxmlformats.org/officeDocument/2006/relationships/notesMaster" Target="/ppt/notesMasters/notesMaster1.xml" Id="R9699e8b1e28c4618" /><Relationship Type="http://schemas.openxmlformats.org/officeDocument/2006/relationships/presProps" Target="/ppt/presProps.xml" Id="Rceb0117971a44972" /><Relationship Type="http://schemas.openxmlformats.org/officeDocument/2006/relationships/tableStyles" Target="/ppt/tableStyles.xml" Id="R791bd60f75ab4973" /><Relationship Type="http://schemas.openxmlformats.org/officeDocument/2006/relationships/slide" Target="/ppt/slides/slide1.xml" Id="R44ab0749e19444c3" /><Relationship Type="http://schemas.openxmlformats.org/officeDocument/2006/relationships/slide" Target="/ppt/slides/slide2.xml" Id="R828c0de374f746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8b655366b742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b635e40557404a" /><Relationship Type="http://schemas.openxmlformats.org/officeDocument/2006/relationships/notesMaster" Target="/ppt/notesMasters/notesMaster1.xml" Id="Rb8a2d6f23e3947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48436fa63d45f9" /><Relationship Type="http://schemas.openxmlformats.org/officeDocument/2006/relationships/notesMaster" Target="/ppt/notesMasters/notesMaster1.xml" Id="R921a5e9359054c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발표자 이지은 연락 010-0000-5678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9d9fac3ce147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9755890e7947f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709236a94946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ec3d3b666f487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264b9fe7f147f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bb36fce2c846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D7BD81-E200-44B3-A143-F24395F469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95B2761-E4D0-4AA0-957A-9E02BE9691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E7801CE-B1B3-4407-AB8C-ABC03ADC18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F4DB3E-A5E7-453F-AB4A-0BD8568218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358A098-0CE3-4651-B1AA-5CEC653228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08FAC2-F34C-448C-B563-7C14BC0BBD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0FC314-A3C6-49DD-B5EC-1C2F8A638A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AC0A445-16D2-4C89-93B1-24BBE5168C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E1A55B-37AE-4BFA-9805-89596F7CA3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AC4213-46CC-4443-859D-64ECF85518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efa0b9c0424083" /><Relationship Type="http://schemas.openxmlformats.org/officeDocument/2006/relationships/slideLayout" Target="/ppt/slideLayouts/slideLayout1.xml" Id="Rbfb1029b9ff942d7" /><Relationship Type="http://schemas.openxmlformats.org/officeDocument/2006/relationships/slideLayout" Target="/ppt/slideLayouts/slideLayout2.xml" Id="R81022b0adcd547cc" /><Relationship Type="http://schemas.openxmlformats.org/officeDocument/2006/relationships/slideLayout" Target="/ppt/slideLayouts/slideLayout3.xml" Id="R90be795777b94015" /><Relationship Type="http://schemas.openxmlformats.org/officeDocument/2006/relationships/slideLayout" Target="/ppt/slideLayouts/slideLayout4.xml" Id="R18e723b7884f4365" /><Relationship Type="http://schemas.openxmlformats.org/officeDocument/2006/relationships/slideLayout" Target="/ppt/slideLayouts/slideLayout5.xml" Id="R929ee16a25c34e36" /><Relationship Type="http://schemas.openxmlformats.org/officeDocument/2006/relationships/slideLayout" Target="/ppt/slideLayouts/slideLayout6.xml" Id="Ra9316a97988b41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b1029b9ff942d7"/>
    <p:sldLayoutId xmlns:r="http://schemas.openxmlformats.org/officeDocument/2006/relationships" id="2147483650" r:id="R81022b0adcd547cc"/>
    <p:sldLayoutId xmlns:r="http://schemas.openxmlformats.org/officeDocument/2006/relationships" id="2147483651" r:id="R90be795777b94015"/>
    <p:sldLayoutId xmlns:r="http://schemas.openxmlformats.org/officeDocument/2006/relationships" id="2147483652" r:id="R18e723b7884f4365"/>
    <p:sldLayoutId xmlns:r="http://schemas.openxmlformats.org/officeDocument/2006/relationships" id="2147483653" r:id="R929ee16a25c34e36"/>
    <p:sldLayoutId xmlns:r="http://schemas.openxmlformats.org/officeDocument/2006/relationships" id="2147483654" r:id="Ra9316a97988b41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e5c05fcb264b52" /><Relationship Type="http://schemas.openxmlformats.org/officeDocument/2006/relationships/notesSlide" Target="/ppt/notesSlides/notesSlide1.xml" Id="Rabb0d69007ad4c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e5531854074949" /><Relationship Type="http://schemas.openxmlformats.org/officeDocument/2006/relationships/notesSlide" Target="/ppt/notesSlides/notesSlide2.xml" Id="Rc5f6517de9b548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담당 박서윤" descr="추가 연락 010-0000-9999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4915E-4951-411F-A665-071BBBCA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>
                <a:solidFill>
                  <a:srgbClr val="111111"/>
                </a:solidFill>
              </a:defRPr>
            </a:defPPr>
            <a:lvl1pPr>
              <a:defRPr sz="2700">
                <a:solidFill>
                  <a:srgbClr val="111111"/>
                </a:solidFill>
              </a:defRPr>
            </a:lvl1pPr>
            <a:lvl2pPr>
              <a:defRPr sz="2700">
                <a:solidFill>
                  <a:srgbClr val="111111"/>
                </a:solidFill>
              </a:defRPr>
            </a:lvl2pPr>
            <a:lvl3pPr>
              <a:defRPr sz="2700">
                <a:solidFill>
                  <a:srgbClr val="111111"/>
                </a:solidFill>
              </a:defRPr>
            </a:lvl3pPr>
            <a:lvl4pPr>
              <a:defRPr sz="2700">
                <a:solidFill>
                  <a:srgbClr val="111111"/>
                </a:solidFill>
              </a:defRPr>
            </a:lvl4pPr>
            <a:lvl5pPr>
              <a:defRPr sz="2700">
                <a:solidFill>
                  <a:srgbClr val="111111"/>
                </a:solidFill>
              </a:defRPr>
            </a:lvl5pPr>
            <a:lvl6pPr>
              <a:defRPr sz="2700">
                <a:solidFill>
                  <a:srgbClr val="111111"/>
                </a:solidFill>
              </a:defRPr>
            </a:lvl6pPr>
            <a:lvl7pPr>
              <a:defRPr sz="2700">
                <a:solidFill>
                  <a:srgbClr val="111111"/>
                </a:solidFill>
              </a:defRPr>
            </a:lvl7pPr>
            <a:lvl8pPr>
              <a:defRPr sz="2700">
                <a:solidFill>
                  <a:srgbClr val="111111"/>
                </a:solidFill>
              </a:defRPr>
            </a:lvl8pPr>
            <a:lvl9pPr>
              <a:defRPr sz="270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2700">
                <a:solidFill>
                  <a:srgbClr val="111111"/>
                </a:solidFill>
              </a:defRPr>
            </a:pPr>
            <a:r>
              <a:rPr sz="2700">
                <a:solidFill>
                  <a:srgbClr val="111111"/>
                </a:solidFill>
              </a:rPr>
              <a:t>문서 개인정보 검토 예시</a:t>
            </a:r>
          </a:p>
          <a:p xmlns:a="http://schemas.openxmlformats.org/drawingml/2006/main">
            <a:pPr>
              <a:defRPr sz="2700">
                <a:solidFill>
                  <a:srgbClr val="111111"/>
                </a:solidFill>
              </a:defRPr>
            </a:pPr>
            <a:r>
              <a:rPr sz="2700">
                <a:solidFill>
                  <a:srgbClr val="111111"/>
                </a:solidFill>
              </a:rPr>
              <a:t>담당자 김민수</a:t>
            </a:r>
          </a:p>
          <a:p xmlns:a="http://schemas.openxmlformats.org/drawingml/2006/main">
            <a:pPr>
              <a:defRPr sz="2700">
                <a:solidFill>
                  <a:srgbClr val="111111"/>
                </a:solidFill>
              </a:defRPr>
            </a:pPr>
            <a:r>
              <a:rPr sz="2700">
                <a:solidFill>
                  <a:srgbClr val="111111"/>
                </a:solidFill>
              </a:rPr>
              <a:t>전화 010-0000-1234</a:t>
            </a:r>
          </a:p>
          <a:p xmlns:a="http://schemas.openxmlformats.org/drawingml/2006/main">
            <a:pPr>
              <a:defRPr sz="2700">
                <a:solidFill>
                  <a:srgbClr val="111111"/>
                </a:solidFill>
              </a:defRPr>
            </a:pPr>
            <a:r>
              <a:rPr sz="2700">
                <a:solidFill>
                  <a:srgbClr val="111111"/>
                </a:solidFill>
              </a:rPr>
              <a:t>sample@example.invalid</a:t>
            </a:r>
          </a:p>
        </p:txBody>
      </p:sp>
    </p:spTree>
    <p:extLst>
      <p:ext uri="{BB962C8B-B14F-4D97-AF65-F5344CB8AC3E}">
        <p14:creationId xmlns:p14="http://schemas.microsoft.com/office/powerpoint/2010/main" val="1866718105"/>
      </p:ext>
    </p:extLst>
  </p:cSld>
</p:sld>
</file>

<file path=ppt/slides/slide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908D2-41C3-4BF0-BAF5-5B0171A5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>
                <a:solidFill>
                  <a:srgbClr val="111111"/>
                </a:solidFill>
              </a:defRPr>
            </a:defPPr>
            <a:lvl1pPr>
              <a:defRPr sz="2700">
                <a:solidFill>
                  <a:srgbClr val="111111"/>
                </a:solidFill>
              </a:defRPr>
            </a:lvl1pPr>
            <a:lvl2pPr>
              <a:defRPr sz="2700">
                <a:solidFill>
                  <a:srgbClr val="111111"/>
                </a:solidFill>
              </a:defRPr>
            </a:lvl2pPr>
            <a:lvl3pPr>
              <a:defRPr sz="2700">
                <a:solidFill>
                  <a:srgbClr val="111111"/>
                </a:solidFill>
              </a:defRPr>
            </a:lvl3pPr>
            <a:lvl4pPr>
              <a:defRPr sz="2700">
                <a:solidFill>
                  <a:srgbClr val="111111"/>
                </a:solidFill>
              </a:defRPr>
            </a:lvl4pPr>
            <a:lvl5pPr>
              <a:defRPr sz="2700">
                <a:solidFill>
                  <a:srgbClr val="111111"/>
                </a:solidFill>
              </a:defRPr>
            </a:lvl5pPr>
            <a:lvl6pPr>
              <a:defRPr sz="2700">
                <a:solidFill>
                  <a:srgbClr val="111111"/>
                </a:solidFill>
              </a:defRPr>
            </a:lvl6pPr>
            <a:lvl7pPr>
              <a:defRPr sz="2700">
                <a:solidFill>
                  <a:srgbClr val="111111"/>
                </a:solidFill>
              </a:defRPr>
            </a:lvl7pPr>
            <a:lvl8pPr>
              <a:defRPr sz="2700">
                <a:solidFill>
                  <a:srgbClr val="111111"/>
                </a:solidFill>
              </a:defRPr>
            </a:lvl8pPr>
            <a:lvl9pPr>
              <a:defRPr sz="270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2700">
                <a:solidFill>
                  <a:srgbClr val="111111"/>
                </a:solidFill>
              </a:defRPr>
            </a:pPr>
            <a:r>
              <a:rPr sz="2700">
                <a:solidFill>
                  <a:srgbClr val="111111"/>
                </a:solidFill>
              </a:rPr>
              <a:t>내부 검토 기록</a:t>
            </a:r>
          </a:p>
          <a:p xmlns:a="http://schemas.openxmlformats.org/drawingml/2006/main">
            <a:pPr>
              <a:defRPr sz="2700">
                <a:solidFill>
                  <a:srgbClr val="111111"/>
                </a:solidFill>
              </a:defRPr>
            </a:pPr>
            <a:r>
              <a:rPr sz="2700">
                <a:solidFill>
                  <a:srgbClr val="111111"/>
                </a:solidFill>
              </a:rPr>
              <a:t>담당자 이지은</a:t>
            </a:r>
          </a:p>
          <a:p xmlns:a="http://schemas.openxmlformats.org/drawingml/2006/main">
            <a:pPr>
              <a:defRPr sz="2700">
                <a:solidFill>
                  <a:srgbClr val="111111"/>
                </a:solidFill>
              </a:defRPr>
            </a:pPr>
            <a:r>
              <a:rPr sz="2700">
                <a:solidFill>
                  <a:srgbClr val="111111"/>
                </a:solidFill>
              </a:rPr>
              <a:t>전화 010-0000-5678</a:t>
            </a:r>
          </a:p>
        </p:txBody>
      </p:sp>
    </p:spTree>
    <p:extLst>
      <p:ext uri="{BB962C8B-B14F-4D97-AF65-F5344CB8AC3E}">
        <p14:creationId xmlns:p14="http://schemas.microsoft.com/office/powerpoint/2010/main" val="1781207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2026-10-24T19:53:25.0190000Z</dcterms:created>
  <dcterms:modified xsi:type="dcterms:W3CDTF">2026-10-24T19:53:25.0190000Z</dcterms:modified>
</coreProperties>
</file>