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 xml:space="preserve">발표 후 █████에게 █████로 연락. 참여자 █████.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맑은 고딕"/>
              </a:rPr>
              <a:t xml:space="preserve">담당 █████ / 참여자 █████</a:t>
            </a:r>
          </a:p>
        </p:txBody>
      </p:sp>
      <p:pic>
        <p:nvPicPr>
          <p:cNvPr id="3" name="Picture 2" descr="identity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315200" cy="3151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 xml:space="preserve">█████</dc:creator>
  <cp:keywords/>
  <dc:description>generated using python-pptx</dc:description>
  <cp:lastModifiedBy xml:space="preserve">█████</cp:lastModifiedBy>
  <cp:revision>1</cp:revision>
  <dcterms:created xsi:type="dcterms:W3CDTF">2013-01-27T09:14:16Z</dcterms:created>
  <dcterms:modified xsi:type="dcterms:W3CDTF">2013-01-27T09:15:58Z</dcterms:modified>
  <cp:category/>
</cp:coreProperties>
</file>