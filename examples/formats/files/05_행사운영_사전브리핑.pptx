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3ff5ddf0af4638" /><Relationship Type="http://schemas.openxmlformats.org/officeDocument/2006/relationships/extended-properties" Target="/docProps/app.xml" Id="R732ad0fa69124be9" /><Relationship Type="http://schemas.openxmlformats.org/officeDocument/2006/relationships/officeDocument" Target="/ppt/presentation.xml" Id="R3e44fff1606b41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7e9ae2b49842bf"/>
  </p:sldMasterIdLst>
  <p:notesMasterIdLst>
    <p:notesMasterId xmlns:r="http://schemas.openxmlformats.org/officeDocument/2006/relationships" r:id="Rf9c0118c2bde4b0e"/>
  </p:notesMasterIdLst>
  <p:sldIdLst>
    <p:sldId xmlns:r="http://schemas.openxmlformats.org/officeDocument/2006/relationships" id="256" r:id="R0934cfc4b4ba44e4"/>
    <p:sldId xmlns:r="http://schemas.openxmlformats.org/officeDocument/2006/relationships" id="257" r:id="R7ff668d9ced84fa5"/>
    <p:sldId xmlns:r="http://schemas.openxmlformats.org/officeDocument/2006/relationships" id="258" r:id="R196e2a3fc00142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a7070297084dce" /><Relationship Type="http://schemas.openxmlformats.org/officeDocument/2006/relationships/slideMaster" Target="/ppt/slideMasters/slideMaster1.xml" Id="Rec7e9ae2b49842bf" /><Relationship Type="http://schemas.openxmlformats.org/officeDocument/2006/relationships/notesMaster" Target="/ppt/notesMasters/notesMaster1.xml" Id="Rf9c0118c2bde4b0e" /><Relationship Type="http://schemas.openxmlformats.org/officeDocument/2006/relationships/presProps" Target="/ppt/presProps.xml" Id="R585a1c475e994d75" /><Relationship Type="http://schemas.openxmlformats.org/officeDocument/2006/relationships/tableStyles" Target="/ppt/tableStyles.xml" Id="Re1938fd7bad349d6" /><Relationship Type="http://schemas.openxmlformats.org/officeDocument/2006/relationships/slide" Target="/ppt/slides/slide1.xml" Id="R0934cfc4b4ba44e4" /><Relationship Type="http://schemas.openxmlformats.org/officeDocument/2006/relationships/slide" Target="/ppt/slides/slide2.xml" Id="R7ff668d9ced84fa5" /><Relationship Type="http://schemas.openxmlformats.org/officeDocument/2006/relationships/slide" Target="/ppt/slides/slide3.xml" Id="R196e2a3fc00142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19110609c544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70b612de4c4a7d" /><Relationship Type="http://schemas.openxmlformats.org/officeDocument/2006/relationships/notesMaster" Target="/ppt/notesMasters/notesMaster1.xml" Id="R0adce9a4848d45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a1ab1341304659" /><Relationship Type="http://schemas.openxmlformats.org/officeDocument/2006/relationships/notesMaster" Target="/ppt/notesMasters/notesMaster1.xml" Id="R58092c13a76c4f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c2333634b65455b" /><Relationship Type="http://schemas.openxmlformats.org/officeDocument/2006/relationships/notesMaster" Target="/ppt/notesMasters/notesMaster1.xml" Id="R5e8d842421e243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현장 지원 담당자 최하은, 전화 010-0000-2104. 장비 문제 발생 시 먼저 연락합니다. 모든 연락처는 검사 연습용 가상 정보입니다.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50084ba2fe42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6f62d70bf446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246e621bf840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a8a35fe9c443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b85573971444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524e8f8e243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87D8AA-BEAF-4564-8303-528FBA9774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5D7CCF6-BE58-4B1F-9200-60FA847B62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721E070-FEBE-4820-8FCE-A0846AB41F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5DDD68-AB58-4B44-BC31-569F200113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1762000-7A6E-43D6-B2BC-F959B553EF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9F8025E-F333-464A-8C10-595C85204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D45E1A-FDF9-40AF-B0EE-6E47539C1E9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858CB07-4662-4C49-B0C8-6976737F3AC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EA130D-97F1-44AF-AFF3-5ED03152BE0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7EE95D-16BB-4CEC-BC6F-31E9437AB0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5d33bf24f44c09" /><Relationship Type="http://schemas.openxmlformats.org/officeDocument/2006/relationships/slideLayout" Target="/ppt/slideLayouts/slideLayout1.xml" Id="R218ddf256e564460" /><Relationship Type="http://schemas.openxmlformats.org/officeDocument/2006/relationships/slideLayout" Target="/ppt/slideLayouts/slideLayout2.xml" Id="R159e46268b4b44c5" /><Relationship Type="http://schemas.openxmlformats.org/officeDocument/2006/relationships/slideLayout" Target="/ppt/slideLayouts/slideLayout3.xml" Id="R89d3d22ca3a14302" /><Relationship Type="http://schemas.openxmlformats.org/officeDocument/2006/relationships/slideLayout" Target="/ppt/slideLayouts/slideLayout4.xml" Id="R1507e2a0e07847fb" /><Relationship Type="http://schemas.openxmlformats.org/officeDocument/2006/relationships/slideLayout" Target="/ppt/slideLayouts/slideLayout5.xml" Id="Rcf7e0f37582a4d91" /><Relationship Type="http://schemas.openxmlformats.org/officeDocument/2006/relationships/slideLayout" Target="/ppt/slideLayouts/slideLayout6.xml" Id="Rb2e980c64a6e41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8ddf256e564460"/>
    <p:sldLayoutId xmlns:r="http://schemas.openxmlformats.org/officeDocument/2006/relationships" id="2147483650" r:id="R159e46268b4b44c5"/>
    <p:sldLayoutId xmlns:r="http://schemas.openxmlformats.org/officeDocument/2006/relationships" id="2147483651" r:id="R89d3d22ca3a14302"/>
    <p:sldLayoutId xmlns:r="http://schemas.openxmlformats.org/officeDocument/2006/relationships" id="2147483652" r:id="R1507e2a0e07847fb"/>
    <p:sldLayoutId xmlns:r="http://schemas.openxmlformats.org/officeDocument/2006/relationships" id="2147483653" r:id="Rcf7e0f37582a4d91"/>
    <p:sldLayoutId xmlns:r="http://schemas.openxmlformats.org/officeDocument/2006/relationships" id="2147483654" r:id="Rb2e980c64a6e41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f3e9f055fa4059" /><Relationship Type="http://schemas.openxmlformats.org/officeDocument/2006/relationships/notesSlide" Target="/ppt/notesSlides/notesSlide1.xml" Id="R111c039f5e254e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39e2a5193d4436" /><Relationship Type="http://schemas.openxmlformats.org/officeDocument/2006/relationships/notesSlide" Target="/ppt/notesSlides/notesSlide2.xml" Id="R4760debd51a34d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6fd315f3f44a02" /><Relationship Type="http://schemas.openxmlformats.org/officeDocument/2006/relationships/notesSlide" Target="/ppt/notesSlides/notesSlide3.xml" Id="R750d6bb07af644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FB23C-AE11-46A5-B858-7FD1148C4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가을 독서 행사 운영 브리핑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346577-EC58-44C2-8F8F-EF8057DF7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2026년 11월 14일 09시부터 12시까지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01EC5-A7DF-437E-8EB3-43C8B9C68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9562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접수와 현장 안내를 맡은 운영진에게 배포합니다.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C57C3-B624-46A1-A3B9-A7FD9837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가상문화연구회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8D4B3A-934E-4CB2-AB82-DC36514C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>
                <a:solidFill>
                  <a:srgbClr val="596979"/>
                </a:solidFill>
                <a:latin typeface="Malgun Gothic"/>
                <a:ea typeface="Malgun Gothic"/>
                <a:cs typeface="Malgun Gothic"/>
              </a:rPr>
              <a:t>검사 연습용 가상 문서입니다. 모든 인적사항과 기관명은 합성 정보입니다.</a:t>
            </a:r>
          </a:p>
        </p:txBody>
      </p:sp>
    </p:spTree>
    <p:extLst>
      <p:ext uri="{BB962C8B-B14F-4D97-AF65-F5344CB8AC3E}">
        <p14:creationId xmlns:p14="http://schemas.microsoft.com/office/powerpoint/2010/main" val="8440492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4D45B3-999D-4B96-86CE-DC31A958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운영 일정과 담당자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4F467A-EE62-406A-A6B5-20DA32A3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09:00  접수 시작</a:t>
            </a:r>
          </a:p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담당자 김도윤   010-0000-2101</a:t>
            </a:r>
          </a:p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회신 sample21@example.invalid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B0E829-FD70-4E8A-B728-5F8B19AB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10:00  독서 모임 진행</a:t>
            </a:r>
          </a:p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현장 안내 이서연   010-0000-2102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077278-171B-404E-9B73-25350ED4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12:00  행사 종료 및 장소 정리</a:t>
            </a:r>
          </a:p>
        </p:txBody>
      </p:sp>
    </p:spTree>
    <p:extLst>
      <p:ext uri="{BB962C8B-B14F-4D97-AF65-F5344CB8AC3E}">
        <p14:creationId xmlns:p14="http://schemas.microsoft.com/office/powerpoint/2010/main" val="5371583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1873F-C81F-4707-868F-9D5C2682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3450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참가 변경과 자료 회신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E3E65-0548-4041-991C-824B9779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참가 변경 사항은 행사 전날 18시까지 회신해 주세요.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AA42E-DE06-4BD6-900F-C5FF1ACF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운영 담당자 박지후</a:t>
            </a:r>
          </a:p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전화 010-0000-2103</a:t>
            </a:r>
          </a:p>
          <a:p xmlns:a="http://schemas.openxmlformats.org/drawingml/2006/main">
            <a:pPr>
              <a:def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이메일 sample23@example.invalid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DA7872-4CE0-45BB-A0DE-6623C995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defPPr>
            <a:lvl1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1pPr>
            <a:lvl2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2pPr>
            <a:lvl3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3pPr>
            <a:lvl4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4pPr>
            <a:lvl5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5pPr>
            <a:lvl6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6pPr>
            <a:lvl7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7pPr>
            <a:lvl8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8pPr>
            <a:lvl9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>
              <a:def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>
                <a:solidFill>
                  <a:srgbClr val="17202A"/>
                </a:solidFill>
                <a:latin typeface="Malgun Gothic"/>
                <a:ea typeface="Malgun Gothic"/>
                <a:cs typeface="Malgun Gothic"/>
              </a:rPr>
              <a:t>작성일 2026년 10월 25일</a:t>
            </a:r>
          </a:p>
        </p:txBody>
      </p:sp>
    </p:spTree>
    <p:extLst>
      <p:ext uri="{BB962C8B-B14F-4D97-AF65-F5344CB8AC3E}">
        <p14:creationId xmlns:p14="http://schemas.microsoft.com/office/powerpoint/2010/main" val="11130740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algun Gothic"/>
        <a:ea typeface=""/>
        <a:cs typeface=""/>
      </a:majorFont>
      <a:minorFont>
        <a:latin typeface="Malgun Gothi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2026-10-25T04:48:35.9260000Z</dcterms:created>
  <dcterms:modified xsi:type="dcterms:W3CDTF">2026-10-25T04:48:35.9260000Z</dcterms:modified>
</coreProperties>
</file>